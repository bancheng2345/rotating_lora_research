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1695" cy="6858000" type="screen16x9"/>
  <p:notes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val="bg1" lastClr="FFFFFF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PC-LoRA 进展更新（2026-05-13）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覆盖范围：从 2026-05-07 PPT 之后新增的实验与结论修正。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主模型：Llama-3.1-8B，本地权重；数据：Commonsense170k、MetaMathQA。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当前核心判断：SVD Preserve 仍最稳；Capture 改变了机制指标，但 PC-LoRA 尚未稳定胜出。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本版增加任务指标、机制指标和效率指标；不再只看 loss。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注意：matched 8-adapter 与 full 64-adapter 参数量不同，不能直接横向比较。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上版 PPT 之后新增了什么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补齐 ActCov rank PC-LoRA seed2，修正“当前最有希望”的早期判断。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补齐 Commonsense full 64-adapter 的 LoRA+NSC / PC-LoRA 多 seed 结果。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新增 MetaMathQA 100k/5k split，完成 8B 四方法训练。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新增并修正 MetaMathQA generation evaluator，支持 query/response 字段。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数学线改用 MetaMathQA；本版不纳入小样本 generation 预评估结果。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关键结论变化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旧结论：ActCov rank PC-LoRA seed0/1 = 0.6174 ± 0.0020，疑似最好。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新结论：补 seed2 后变为 0.6132 ± 0.0074，低于 SVD-right/OPLoRA 的 0.6147 ± 0.0022。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Full 64-adapter 下，LoRA/LoRA+NSC 明显强于 OPLoRA/PC-LoRA；PC-LoRA seed 间波动大。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MetaMathQA 训练期 PPL：OPLoRA 暂时最好，但差距极小；generation full eval 尚未纳入本版。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Commonsense：matched 8-adapter 主结果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公平比较 projection / allocation / capture 机制，参数量约 0.42M。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表中同时看 Exact/EM、eval loss、token accuracy 和参数量。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SVD-right / OPLoRA 仍是最稳定 matched baseline：EM 方差最低。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ActCov allocation 类方法降低 loss，但 Exact/EM 均值和稳定性没有超过 SVD-right。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PC residual capture 当前没有形成稳定叠加收益。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4709160"/>
            <a:ext cx="11338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1000">
                <a:latin typeface="Consolas"/>
                <a:ea typeface="Microsoft YaHei"/>
              </a:rPr>
              <a:t>方法  seeds  Exact/EM ↑  Eval loss ↓  Token acc ↑  参数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 matched  0,1,2  0.6099 ± 0.0107  0.2813  0.8659  425,984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SVD-right / OPLoRA  0,1,2  0.6147 ± 0.0022  0.2802  0.8675  425,984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PC-LoRA matched  0  0.6034  0.2813  0.8641  425,984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ActCov rank LoRA  0,1,2  0.6129 ± 0.0181  0.2779  0.8669  417,792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ActCov rank + SVD-right  0,1,2  0.6122 ± 0.0163  0.2739  0.8669  417,792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ActCov rank PC-LoRA  0,1,2  0.6132 ± 0.0074  0.2743  0.8672  417,792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Commonsense：matched 机制指标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omega_full / omega_resid 越低，表示 A 行空间捕获 activation signal 越多。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orth_A 越低，表示 A 行空间越接近正交。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matched 设置中 rho_k 未系统记录；后续需要补代表性 run。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机制指标有变化，但没有稳定转化为更高 Exact/EM。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4709160"/>
            <a:ext cx="11338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1000">
                <a:latin typeface="Consolas"/>
                <a:ea typeface="Microsoft YaHei"/>
              </a:rPr>
              <a:t>方法  omega_full ↓  omega_resid ↓  orth_A ↓  rho_k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 matched  0.9822  0.9822  1.0155  not logged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SVD-right / OPLoRA  0.9859  0.9834  1.0164  not logged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PC-LoRA matched  0.9839  0.9806  1.0031  not logged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ActCov rank LoRA  0.9847  0.9847  0.9855  not logged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ActCov rank + SVD-right  0.9870  0.9851  0.9891  not logged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ActCov rank PC-LoRA  0.9863  0.9842  0.9852  not logged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Commonsense：full 64-adapter 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Full 设置参数量约 3.41M，是 matched 的约 8 倍。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Full LoRA 和 LoRA+NSC 最强，说明容量增加比 projection 机制更直接有效。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Full OPLoRA 和 PC-LoRA 不稳定，尤其 PC-LoRA seed1 出现明显掉点。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该结果提示：Preserve 投影在 full adapter 下可能限制任务适配空间。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4709160"/>
            <a:ext cx="11338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1000">
                <a:latin typeface="Consolas"/>
                <a:ea typeface="Microsoft YaHei"/>
              </a:rPr>
              <a:t>方法  seeds  Exact/EM ↑  Eval loss ↓  Token acc ↑  参数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 full  0,1,2  0.7137 ± 0.0284  0.2167  0.9022  3,407,872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LoRA+NSC full  0,1,2  0.7101 ± 0.0288  0.2199  0.9010  3,407,872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OPLoRA full  0,1,2  0.6745 ± 0.0779  0.2384  0.8890  3,407,872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PC-LoRA full  0,1,2  0.6401 ± 0.1246  0.2529  0.8773  3,407,872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Commonsense：full 机制与效率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这里补充机制和开销，不只看 task loss。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PC-LoRA/LoRA+NSC 的 omega 低，但 full setting 下任务 EM 没有同步领先。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PC-LoRA 显存和时间略高，主要来自 capture/projection 计算与机制日志。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rho_k 仍需补；否则 Preserve 干扰降低只能从设计上推断，缺少实测曲线。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4709160"/>
            <a:ext cx="11338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1000">
                <a:latin typeface="Consolas"/>
                <a:ea typeface="Microsoft YaHei"/>
              </a:rPr>
              <a:t>方法  omega_full  omega_resid  orth_A  rho_k  time  GPU GB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 full  0.9898  0.9913  1.1332  0.0156  1.49h  17.80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LoRA+NSC full  0.9891  0.9906  1.4536  not logged  1.42h  17.97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OPLoRA full  0.9910  0.9902  1.2079  0.0000  1.43h  17.80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PC-LoRA full  0.9901  0.9893  1.4877  not logged  1.50h  17.98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方向替代实验：ActCov / Fisher / CUR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ActCov hard projection：约 0.55~0.58，明显差于 SVD-right。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Fisher-right OPLoRA：seed0 exact 0.5524，负结果明确。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CUR-right OPLoRA：有效 eval 约 0.5994，低于 LoRA/SVD-right。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解释：真实高激活方向适合解释 activation energy，但 hard projection 删除它会伤害任务信号。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当前策略：保留 SVD 做 Preserve，ActCov 只作为 allocation/capture 的辅助信号。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新增方案：Data-Weight Joint Directions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ActivationCov 只看数据分布：top eig(C_z) 找到输入中方差最大的方向。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SVD 只看权重几何：top eig(W0^T W0) 找到 W0 的高能输入映射方向。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二者各有盲点：高方差方向未必被 W0 强烈使用；高 SVD 方向也未必在真实数据中出现。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新方案构造 M_WA = C_z^{1/2} W0^T W0 C_z^{1/2}，同时考虑输入频率和输出能量。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后续比较 ActivationCov、SVD、M_WA 三类方向的 InputCapture / OutputCapture。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4709160"/>
            <a:ext cx="11338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1000">
                <a:latin typeface="Consolas"/>
                <a:ea typeface="Microsoft YaHei"/>
              </a:rPr>
              <a:t>方向  只看数据  只看权重  联合目标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ActivationCov  yes  no  high input variance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SVD  no  yes  high W0 mapping energy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M_WA  yes  yes  data-weight output energy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M_WA 实验设计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对同一层/模块收集 activation z，估计 C_z = E[z z^T]。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对同一 W0 计算 G_W = W0^T W0，形成 M_WA = C_z^{1/2} G_W C_z^{1/2}。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取 M_WA top-k eigenvectors，经 C_z^{1/2} 映射回输入空间并正交化，得到 Q_WA。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InputCapture: ||Q Q^T z||^2 / ||z||^2，衡量解释真实输入能量。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OutputCapture: ||W0 Q Q^T z||^2 / ||W0 z||^2，衡量解释真实模型输出能量。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若 Q_WA 的 OutputCapture 高于 ActCov/SVD，说明 joint direction 更贴近真实模型行为。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MetaMathQA：新增数学实验设置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原始数据：data/MetaMathQA/MetaMathQA-395K.json。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本地 split：train 100,000，validation 5,000；字段 query/response。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训练：Llama-3.1-8B，seed0，max_steps=300，rank=8，target q_proj/v_proj。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训练期主指标：perplexity / token accuracy；最终能力指标应使用 full generation exact-match。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本版不使用 500-sample generation 预评估；等待 5000 样本完整评估。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MetaMathQA：当前指标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Teacher-forced PPL 差距很小，不能单独作为数学能力结论。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OPLoRA 的 PPL / eval loss / token acc 当前略优。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LoRA+NSC 和 PC-LoRA 的机制指标更低，但训练期任务指标没有同步领先。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需要 full generation exact-match 才能判断数学解题能力。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4709160"/>
            <a:ext cx="11338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1000">
                <a:latin typeface="Consolas"/>
                <a:ea typeface="Microsoft YaHei"/>
              </a:rPr>
              <a:t>方法  PPL ↓  Eval loss ↓  Token acc ↑  Teacher EM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oplora  1.302077  0.263961  0.9112  0.0012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lora_nsc  1.302963  0.264641  0.9110  0.0004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pc_lora  1.302431  0.264233  0.9111  0.0010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  1.302493  0.264280  0.9111  0.0008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MetaMathQA：机制与效率指标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LoRA+NSC / PC-LoRA 的 omega 更低，说明 capture loss 确实改变了 A 行空间。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OPLoRA 的 PPL 当前最好，但 omega 并不是最低。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这说明 mechanism metric 与 task metric 不是简单单调关系。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训练开销：capture/projection 方法显存约高 0.4GB，时间约高 5%~13%。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4709160"/>
            <a:ext cx="11338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1000">
                <a:latin typeface="Consolas"/>
                <a:ea typeface="Microsoft YaHei"/>
              </a:rPr>
              <a:t>方法  omega_full ↓  omega_resid ↓  orth_A ↓  time  GPU GB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oplora  0.9953  0.9950  0.5498  1.61h  23.65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lora_nsc  0.9916  0.9926  0.5432  1.54h  24.08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pc_lora  0.9925  0.9921  0.5584  1.65h  24.08</a:t>
            </a:r>
          </a:p>
          <a:p>
            <a:pPr/>
            <a:r>
              <a:rPr lang="zh-CN" sz="1000">
                <a:latin typeface="Consolas"/>
                <a:ea typeface="Microsoft YaHei"/>
              </a:rPr>
              <a:t>lora  0.9947  0.9955  0.5379  1.46h  23.65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指标体系：现在汇报哪些指标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任务性能：Exact/EM、generation EM、perplexity、eval loss、token accuracy。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机制指标：omega_full、omega_residual、orth_error_A；rho_k 尚需补代表性 run。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效率指标：total_train_time_sec、peak_gpu_memory_gb、trainable parameters。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稳定性：seed mean/std，不再只看单次 run。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当前缺口：forgetting_gap / retention_score 还没有正式跑跨域评估。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当前判断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Preserve：SVD-right 是目前最可靠的保护方向；ActCov/Fisher/CUR 不适合直接替代 SVD 做 hard projection。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Capture：机制指标显示 capture loss 改变了 A 行空间，但任务收益还需要 full generation eval 验证。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PC-LoRA：理论组合合理，但当前实现/超参下没有稳定超过 OPLoRA 或 LoRA+NSC。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新增 M_WA 方向用于回答：真实高信息方向是否应同时依赖数据分布和权重映射。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论文叙事应从“PC-LoRA 已显著优于 baseline”调整为“机制有效但组合方式仍需校准”。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/>
            <a:r>
              <a:rPr lang="zh-CN" sz="2800" b="1">
                <a:latin typeface="Microsoft YaHei"/>
                <a:ea typeface="Microsoft YaHei"/>
              </a:rPr>
              <a:t>下一步实验优先级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0515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P0：跑 MetaMathQA 5000 generation EM，先获得正式数学能力指标。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P1：若 OPLoRA 仍领先，补 LoRA/OPLoRA/LoRA+NSC/PC-LoRA seed1/2。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P1：补代表性 rho_k：LoRA、OPLoRA、LoRA+NSC、PC-LoRA 各 seed0 selected layers。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P2：做 forgetting eval：commonsense adapter 评 MetaMathQA；MetaMathQA adapter 评 commonsense。</a:t>
            </a:r>
          </a:p>
          <a:p>
            <a:pPr marL="285750" indent="-171450">
              <a:buChar char="•"/>
            </a:pPr>
            <a:r>
              <a:rPr lang="zh-CN" sz="1800">
                <a:latin typeface="Microsoft YaHei"/>
                <a:ea typeface="Microsoft YaHei"/>
              </a:rPr>
              <a:t>P2：调 lambda_cap / capture layers，而不是继续增加 hard projection 变体。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7F3EA"/>
      </a:lt2>
      <a:accent1>
        <a:srgbClr val="1B5E5A"/>
      </a:accent1>
      <a:accent2>
        <a:srgbClr val="C7782A"/>
      </a:accent2>
      <a:accent3>
        <a:srgbClr val="5B6C8A"/>
      </a:accent3>
      <a:accent4>
        <a:srgbClr val="7A5C42"/>
      </a:accent4>
      <a:accent5>
        <a:srgbClr val="4E7D4A"/>
      </a:accent5>
      <a:accent6>
        <a:srgbClr val="9B3A34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PC-LoRA Progress 20260513</dc:title>
  <dc:creator>Codex</dc:creator>
</cp:coreProperties>
</file>